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mya santhosh" userId="0df2b6db8655cee7" providerId="LiveId" clId="{ED230D27-DED4-45B4-A6FE-1255A90EE9AA}"/>
    <pc:docChg chg="custSel delSld modSld">
      <pc:chgData name="remya santhosh" userId="0df2b6db8655cee7" providerId="LiveId" clId="{ED230D27-DED4-45B4-A6FE-1255A90EE9AA}" dt="2025-10-24T11:20:53.020" v="323" actId="47"/>
      <pc:docMkLst>
        <pc:docMk/>
      </pc:docMkLst>
      <pc:sldChg chg="modSp mod">
        <pc:chgData name="remya santhosh" userId="0df2b6db8655cee7" providerId="LiveId" clId="{ED230D27-DED4-45B4-A6FE-1255A90EE9AA}" dt="2025-10-24T11:18:09.136" v="24" actId="20577"/>
        <pc:sldMkLst>
          <pc:docMk/>
          <pc:sldMk cId="0" sldId="258"/>
        </pc:sldMkLst>
        <pc:spChg chg="mod">
          <ac:chgData name="remya santhosh" userId="0df2b6db8655cee7" providerId="LiveId" clId="{ED230D27-DED4-45B4-A6FE-1255A90EE9AA}" dt="2025-10-24T11:18:09.136" v="24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remya santhosh" userId="0df2b6db8655cee7" providerId="LiveId" clId="{ED230D27-DED4-45B4-A6FE-1255A90EE9AA}" dt="2025-10-24T11:18:33.354" v="27" actId="5793"/>
        <pc:sldMkLst>
          <pc:docMk/>
          <pc:sldMk cId="0" sldId="259"/>
        </pc:sldMkLst>
        <pc:spChg chg="mod">
          <ac:chgData name="remya santhosh" userId="0df2b6db8655cee7" providerId="LiveId" clId="{ED230D27-DED4-45B4-A6FE-1255A90EE9AA}" dt="2025-10-24T11:18:33.354" v="27" actId="5793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emya santhosh" userId="0df2b6db8655cee7" providerId="LiveId" clId="{ED230D27-DED4-45B4-A6FE-1255A90EE9AA}" dt="2025-10-24T11:19:16.388" v="86" actId="20577"/>
        <pc:sldMkLst>
          <pc:docMk/>
          <pc:sldMk cId="0" sldId="260"/>
        </pc:sldMkLst>
        <pc:spChg chg="mod">
          <ac:chgData name="remya santhosh" userId="0df2b6db8655cee7" providerId="LiveId" clId="{ED230D27-DED4-45B4-A6FE-1255A90EE9AA}" dt="2025-10-24T11:19:16.388" v="86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remya santhosh" userId="0df2b6db8655cee7" providerId="LiveId" clId="{ED230D27-DED4-45B4-A6FE-1255A90EE9AA}" dt="2025-10-24T11:19:44.092" v="92" actId="5793"/>
        <pc:sldMkLst>
          <pc:docMk/>
          <pc:sldMk cId="0" sldId="261"/>
        </pc:sldMkLst>
        <pc:spChg chg="mod">
          <ac:chgData name="remya santhosh" userId="0df2b6db8655cee7" providerId="LiveId" clId="{ED230D27-DED4-45B4-A6FE-1255A90EE9AA}" dt="2025-10-24T11:19:44.092" v="92" actId="5793"/>
          <ac:spMkLst>
            <pc:docMk/>
            <pc:sldMk cId="0" sldId="261"/>
            <ac:spMk id="3" creationId="{00000000-0000-0000-0000-000000000000}"/>
          </ac:spMkLst>
        </pc:spChg>
      </pc:sldChg>
      <pc:sldChg chg="delSp modSp del mod">
        <pc:chgData name="remya santhosh" userId="0df2b6db8655cee7" providerId="LiveId" clId="{ED230D27-DED4-45B4-A6FE-1255A90EE9AA}" dt="2025-10-24T11:20:53.020" v="323" actId="47"/>
        <pc:sldMkLst>
          <pc:docMk/>
          <pc:sldMk cId="0" sldId="262"/>
        </pc:sldMkLst>
        <pc:spChg chg="del mod">
          <ac:chgData name="remya santhosh" userId="0df2b6db8655cee7" providerId="LiveId" clId="{ED230D27-DED4-45B4-A6FE-1255A90EE9AA}" dt="2025-10-24T11:20:45.120" v="322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remya santhosh" userId="0df2b6db8655cee7" providerId="LiveId" clId="{ED230D27-DED4-45B4-A6FE-1255A90EE9AA}" dt="2025-10-24T11:20:42.372" v="321" actId="478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remya santhosh" userId="0df2b6db8655cee7" providerId="LiveId" clId="{ED230D27-DED4-45B4-A6FE-1255A90EE9AA}" dt="2025-10-24T11:16:14.700" v="1" actId="20577"/>
        <pc:sldMkLst>
          <pc:docMk/>
          <pc:sldMk cId="0" sldId="264"/>
        </pc:sldMkLst>
        <pc:spChg chg="mod">
          <ac:chgData name="remya santhosh" userId="0df2b6db8655cee7" providerId="LiveId" clId="{ED230D27-DED4-45B4-A6FE-1255A90EE9AA}" dt="2025-10-24T11:16:14.700" v="1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8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3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55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5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2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9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91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4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88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4032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45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03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4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20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8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85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WATCHO</a:t>
            </a:r>
            <a:r>
              <a:rPr dirty="0"/>
              <a:t>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An eCommerce Website Project</a:t>
            </a:r>
          </a:p>
          <a:p>
            <a:r>
              <a:t>Created using HTML, CSS, and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Watchology</a:t>
            </a:r>
            <a:r>
              <a:rPr dirty="0"/>
              <a:t> is a modern eCommerce website designed for online shopping.</a:t>
            </a:r>
          </a:p>
          <a:p>
            <a:r>
              <a:rPr dirty="0"/>
              <a:t>It allows users to browse products, add them to the cart, and place orders.</a:t>
            </a:r>
          </a:p>
          <a:p>
            <a:r>
              <a:rPr dirty="0"/>
              <a:t>Built using HTML, CSS, and JavaScript for a smooth user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Responsive Navbar with navigation links</a:t>
            </a:r>
          </a:p>
          <a:p>
            <a:pPr marL="0" indent="0">
              <a:buNone/>
            </a:pPr>
            <a:r>
              <a:rPr dirty="0"/>
              <a:t>• Product gallery with interactive popups</a:t>
            </a:r>
          </a:p>
          <a:p>
            <a:pPr marL="0" indent="0">
              <a:buNone/>
            </a:pPr>
            <a:r>
              <a:rPr dirty="0"/>
              <a:t>• Add to Cart and Remove functionality</a:t>
            </a:r>
          </a:p>
          <a:p>
            <a:pPr marL="0" indent="0">
              <a:buNone/>
            </a:pPr>
            <a:r>
              <a:rPr dirty="0"/>
              <a:t>• Buy Now feature to simulate purchase</a:t>
            </a:r>
          </a:p>
          <a:p>
            <a:pPr marL="0" indent="0">
              <a:buNone/>
            </a:pPr>
            <a:r>
              <a:rPr dirty="0"/>
              <a:t>• Login and Register popups</a:t>
            </a:r>
          </a:p>
          <a:p>
            <a:pPr marL="0" indent="0">
              <a:buNone/>
            </a:pPr>
            <a:r>
              <a:rPr dirty="0"/>
              <a:t>• Contact and About modals with blur effects</a:t>
            </a:r>
          </a:p>
          <a:p>
            <a:pPr marL="0" indent="0">
              <a:buNone/>
            </a:pPr>
            <a:r>
              <a:rPr dirty="0"/>
              <a:t>• Footer with quick links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HTML5 – Structure and content</a:t>
            </a:r>
          </a:p>
          <a:p>
            <a:pPr marL="0" indent="0">
              <a:buNone/>
            </a:pPr>
            <a:r>
              <a:rPr dirty="0"/>
              <a:t>• CSS3 – Styling and layout</a:t>
            </a:r>
          </a:p>
          <a:p>
            <a:pPr marL="0" indent="0">
              <a:buNone/>
            </a:pPr>
            <a:r>
              <a:rPr dirty="0"/>
              <a:t>• JavaScript – Interactivity and dynamic updates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User visits the homepage and views products.</a:t>
            </a:r>
          </a:p>
          <a:p>
            <a:pPr marL="0" indent="0">
              <a:buNone/>
            </a:pPr>
            <a:r>
              <a:rPr dirty="0"/>
              <a:t>2. Clicking a product opens a popup with details.</a:t>
            </a:r>
          </a:p>
          <a:p>
            <a:pPr marL="0" indent="0">
              <a:buNone/>
            </a:pPr>
            <a:r>
              <a:rPr dirty="0"/>
              <a:t>3. The user can add products to the cart.</a:t>
            </a:r>
          </a:p>
          <a:p>
            <a:pPr marL="0" indent="0">
              <a:buNone/>
            </a:pPr>
            <a:r>
              <a:rPr dirty="0"/>
              <a:t>4. In the cart page, products can be bought or removed.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Home Page – Product highlights and navigation</a:t>
            </a:r>
          </a:p>
          <a:p>
            <a:pPr marL="0" indent="0">
              <a:buNone/>
            </a:pPr>
            <a:r>
              <a:rPr dirty="0"/>
              <a:t>• Product Page – Displays all available items</a:t>
            </a:r>
          </a:p>
          <a:p>
            <a:pPr marL="0" indent="0">
              <a:buNone/>
            </a:pPr>
            <a:r>
              <a:rPr dirty="0"/>
              <a:t>• Cart Page – Shows selected products</a:t>
            </a:r>
          </a:p>
          <a:p>
            <a:pPr marL="0" indent="0">
              <a:buNone/>
            </a:pPr>
            <a:r>
              <a:rPr dirty="0"/>
              <a:t>• About Page – Details about the brand</a:t>
            </a:r>
          </a:p>
          <a:p>
            <a:pPr marL="0" indent="0">
              <a:buNone/>
            </a:pPr>
            <a:r>
              <a:rPr dirty="0"/>
              <a:t>• Contact Page – Simple contact form</a:t>
            </a:r>
          </a:p>
          <a:p>
            <a:pPr marL="0" indent="0">
              <a:buNone/>
            </a:pPr>
            <a:r>
              <a:rPr dirty="0"/>
              <a:t>• Login / Register Popups – For user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Watchology</a:t>
            </a:r>
            <a:r>
              <a:rPr dirty="0"/>
              <a:t> demonstrates a functional and attractive eCommerce platform built entirely with front-end technologies.</a:t>
            </a:r>
          </a:p>
          <a:p>
            <a:endParaRPr dirty="0"/>
          </a:p>
          <a:p>
            <a:r>
              <a:rPr dirty="0"/>
              <a:t>It showcases modern web design, interactivity, and user-friendly features that make online shopping easy and engaging.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Presented by: </a:t>
            </a:r>
            <a:r>
              <a:rPr dirty="0" err="1"/>
              <a:t>Abinand</a:t>
            </a:r>
            <a:r>
              <a:rPr lang="en-IN" dirty="0"/>
              <a:t> T</a:t>
            </a:r>
            <a:r>
              <a:rPr dirty="0"/>
              <a:t> Benesh</a:t>
            </a:r>
          </a:p>
          <a:p>
            <a:r>
              <a:rPr dirty="0"/>
              <a:t>Project: </a:t>
            </a:r>
            <a:r>
              <a:rPr lang="en-IN" dirty="0"/>
              <a:t>WATCHOLOGY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</TotalTime>
  <Words>267</Words>
  <Application>Microsoft Office PowerPoint</Application>
  <PresentationFormat>On-screen Show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WATCHOLOGY</vt:lpstr>
      <vt:lpstr>Introduction</vt:lpstr>
      <vt:lpstr>Key Features</vt:lpstr>
      <vt:lpstr>Technology Stack</vt:lpstr>
      <vt:lpstr>Working Flow</vt:lpstr>
      <vt:lpstr>Website Pages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remya santhosh</dc:creator>
  <cp:keywords/>
  <dc:description>generated using python-pptx</dc:description>
  <cp:lastModifiedBy>remya santhosh</cp:lastModifiedBy>
  <cp:revision>2</cp:revision>
  <dcterms:created xsi:type="dcterms:W3CDTF">2013-01-27T09:14:16Z</dcterms:created>
  <dcterms:modified xsi:type="dcterms:W3CDTF">2025-10-24T11:20:56Z</dcterms:modified>
  <cp:category/>
</cp:coreProperties>
</file>